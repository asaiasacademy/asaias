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Документы\ASAIAS\presentations\assets\faculty-autonomous-sy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9">
              <a:alpha val="72000"/>
            </a:srgbClr>
          </a:solidFill>
          <a:ln w="12700">
            <a:solidFill>
              <a:srgbClr val="1017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5806440"/>
          </a:xfrm>
          <a:prstGeom prst="roundRect">
            <a:avLst>
              <a:gd name="adj" fmla="val 25000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217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DED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Академия стратегического управления ИИ и автономных систем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04672" y="1042416"/>
            <a:ext cx="6995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Факультет автономных систем и агентных архитектур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Разбирает границы автономности, агентные роли, многоагентные процессы и архитектуру систем с распределенным действием.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0507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C7456">
              <a:alpha val="95000"/>
            </a:srgbClr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0965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гипотеза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2523744" y="40050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87F82">
              <a:alpha val="95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409651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слайдов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3730752" y="400507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B27633">
              <a:alpha val="95000"/>
            </a:srgbClr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409651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неподтвержденных статусов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АКАДЕМИЧЕСКАЯ РОЛЬ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Автономные системы: зачем факультет нужен академии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1645920"/>
            <a:ext cx="3931920" cy="4315968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autonomous-sy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3840480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5623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Миссия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22960" y="225856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Разбирает границы автономности, агентные роли, многоагентные процессы и архитектуру систем с распределенным действием.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096512" y="1691640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96512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2544" y="18562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Аудитории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4352544" y="2258568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Исследователи, разработчики AI-проектов, архитекторы систем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66928" y="31821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3467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Область знания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822960" y="3749040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Автономные системы; управление, проверка, ответственность и институциональная совместимость.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096512" y="3182112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6512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33467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Библиотека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4352544" y="3749040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автономные системы · агентные архитектуры · human-in-the-loop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66928" y="4663440"/>
            <a:ext cx="6748272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4663440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828032"/>
            <a:ext cx="6327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Книжный контур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22960" y="5230368"/>
            <a:ext cx="632764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Автономные системы: основы · Агентные архитектуры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 И КУРСЫ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обучения: от кафедры к проверяемой компетенции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8366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автономных систем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Дисциплинарная зона, методические материалы, лаборатории и связь с библиотекой.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95351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181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multi-agent systems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50392" y="352044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Исследовательские темы, проектные задания, итоговые работы и книжный корпус.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6235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Курсы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Автономные системы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18653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понятия → карта рисков → практика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2798064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Многоагентные архитектуры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→ проверка → ответственность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3877056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Оркестрация AI-агентов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исследование → итоговая защита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5102352"/>
            <a:ext cx="583387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5102352"/>
            <a:ext cx="109728" cy="676656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5266944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Методика проверки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879592" y="5669280"/>
            <a:ext cx="541324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Защита проекта, экспертная рубрика, риск-карта и объяснение human responsibility.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ИССЛЕДОВАТЕЛЬСКАЯ ЛАБОРАТОРИЯ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Лаборатория агентной оркестрации: как факультет производит знание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autonomous-sy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37490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755648"/>
            <a:ext cx="438912" cy="438912"/>
          </a:xfrm>
          <a:prstGeom prst="arc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7608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608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53212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уровни автономности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955280" y="1755648"/>
            <a:ext cx="438912" cy="438912"/>
          </a:xfrm>
          <a:prstGeom prst="arc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2220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СЦЕНАРИЙ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877824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агентные процессы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709160" y="3456432"/>
            <a:ext cx="438912" cy="438912"/>
          </a:xfrm>
          <a:prstGeom prst="arc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7608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7608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РИСК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553212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память и инструменты агентов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955280" y="3456432"/>
            <a:ext cx="438912" cy="438912"/>
          </a:xfrm>
          <a:prstGeom prst="arc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2220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2220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7824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77824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сценарии отказов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709160" y="5285232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5285232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5449824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Выход лаборатории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4965192" y="5852160"/>
            <a:ext cx="5888736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Исследовательский обзор, методический документ, карта рисков или проектная рамка для учебного применения.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ОБРАЗОВАТЕЛЬНАЯ ТРАЕКТОРИЯ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слушатель проходит путь от понятий к итоговой работе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00784"/>
            <a:ext cx="2148840" cy="4498848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autonomous-sy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46504"/>
            <a:ext cx="2057400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44368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0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08960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Понять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08960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термины, границы, контекст, ключевые роли и ограничения системы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108960" y="4096512"/>
            <a:ext cx="1444752" cy="0"/>
          </a:xfrm>
          <a:prstGeom prst="line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0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85232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Спроектировать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85232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роль человека, данные, процесс, контуры контроля и сценарии применения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285232" y="4096512"/>
            <a:ext cx="1444752" cy="0"/>
          </a:xfrm>
          <a:prstGeom prst="line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96912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F8EFE5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61504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61504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Проверить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1504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риски, ограничения, верификацию и процедуру экспертной оценки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461504" y="4096512"/>
            <a:ext cx="1444752" cy="0"/>
          </a:xfrm>
          <a:prstGeom prst="line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73184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DF3EC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37776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37776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Защитить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637776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итоговая работа, аргументация, ответственность и институциональная применимость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9637776" y="4096512"/>
            <a:ext cx="1444752" cy="0"/>
          </a:xfrm>
          <a:prstGeom prst="line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44368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44368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Итоговая работа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3200400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рамка по теме факультета: Автономные системы; структура, роли, риски и проверка.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5815584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15584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71616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34" name="Text 31"/>
          <p:cNvSpPr/>
          <p:nvPr/>
        </p:nvSpPr>
        <p:spPr>
          <a:xfrm>
            <a:off x="6071616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риск-карта, human-in-the-loop, ограничения и защита решения.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8686800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86800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42832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Безопасная рамка</a:t>
            </a:r>
            <a:endParaRPr lang="en-US" sz="1240" dirty="0"/>
          </a:p>
        </p:txBody>
      </p:sp>
      <p:sp>
        <p:nvSpPr>
          <p:cNvPr id="38" name="Text 35"/>
          <p:cNvSpPr/>
          <p:nvPr/>
        </p:nvSpPr>
        <p:spPr>
          <a:xfrm>
            <a:off x="8942832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обещаний статуса, партнерств, аккредитации или гарантированного результата.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Проектная академическая рамка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Факультет автономных систем и агентных архитектур</dc:title>
  <dc:subject>Факультет автономных систем и агентных архитектур</dc:subject>
  <dc:creator>Академия стратегического управления ИИ и автономных систем</dc:creator>
  <cp:lastModifiedBy>Академия стратегического управления ИИ и автономных систем</cp:lastModifiedBy>
  <cp:revision>1</cp:revision>
  <dcterms:created xsi:type="dcterms:W3CDTF">2026-05-01T09:06:18Z</dcterms:created>
  <dcterms:modified xsi:type="dcterms:W3CDTF">2026-05-01T09:06:18Z</dcterms:modified>
</cp:coreProperties>
</file>