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Документы\ASAIAS\presentations\assets\faculty-trust-safety-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9">
              <a:alpha val="72000"/>
            </a:srgbClr>
          </a:solidFill>
          <a:ln w="12700">
            <a:solidFill>
              <a:srgbClr val="101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5806440"/>
          </a:xfrm>
          <a:prstGeom prst="roundRect">
            <a:avLst>
              <a:gd name="adj" fmla="val 25000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21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DE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Академия стратегического управления ИИ и автономных систем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04672" y="1042416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Факультет доверия, безопасности и верификации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Проектирует процедуры проверки, доверия, безопасности и человеческого контроля в системах с ИИ.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050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C7456">
              <a:alpha val="95000"/>
            </a:srgbClr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965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гипотеза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23744" y="40050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87F82">
              <a:alpha val="95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09651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слайдов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730752" y="40050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B27633">
              <a:alpha val="95000"/>
            </a:srgbClr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40965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неподтвержденных статусов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РОЛЬ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Доверие и проверка: зачем факультет нужен академии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645920"/>
            <a:ext cx="3931920" cy="431596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trust-safety-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8404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5623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Миссия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Проектирует процедуры проверки, доверия, безопасности и человеческого контроля в системах с ИИ.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096512" y="1691640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2544" y="18562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Аудитории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352544" y="2258568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Аудиторы, разработчики, преподаватели, методологи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31821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467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Область знания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22960" y="3749040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Доверие и проверка; управление, проверка, ответственность и институциональная совместимость.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096512" y="3182112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3467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Библиотека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4352544" y="3749040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доверие · безопасность · проверка · human-in-the-loop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66928" y="4663440"/>
            <a:ext cx="674827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663440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280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Книжный контур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22960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Доверие и проверка ИИ · Человек в контуре ИИ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 И КУРСЫ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обучения: от кафедры к проверяемой компетенции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trust, safety, verification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Дисциплинарная зона, методические материалы, лаборатории и связь с библиотекой.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5351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18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human-in-the-loop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50392" y="352044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Исследовательские темы, проектные задания, итоговые работы и книжный корпус.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235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Курсы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ИИ-систем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1865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понятия → карта рисков → практика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2798064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→ проверка → ответственность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3877056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Качество и ограничения ИИ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→ итоговая защита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5102352"/>
            <a:ext cx="583387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02352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526694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проверки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879592" y="5669280"/>
            <a:ext cx="541324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проекта, экспертная рубрика, риск-карта и объяснение human responsibility.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ИССЛЕДОВАТЕЛЬСКАЯ ЛАБОРАТОРИЯ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Лаборатория trust, safety, verification: как факультет производит знание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trust-safety-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3749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755648"/>
            <a:ext cx="438912" cy="438912"/>
          </a:xfrm>
          <a:prstGeom prst="arc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7608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608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53212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верификация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955280" y="1755648"/>
            <a:ext cx="438912" cy="438912"/>
          </a:xfrm>
          <a:prstGeom prst="arc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контуры контроля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709160" y="3456432"/>
            <a:ext cx="438912" cy="438912"/>
          </a:xfrm>
          <a:prstGeom prst="arc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608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53212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teaming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955280" y="3456432"/>
            <a:ext cx="438912" cy="438912"/>
          </a:xfrm>
          <a:prstGeom prst="arc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2220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77824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решений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709160" y="528523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5285232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544982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 лаборатории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4965192" y="5852160"/>
            <a:ext cx="5888736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Исследовательский обзор, методический документ, карта рисков или проектная рамка для учебного применения.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ОБРАЗОВАТЕЛЬНАЯ ТРАЕКТОРИЯ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слушатель проходит путь от понятий к итоговой работе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0784"/>
            <a:ext cx="2148840" cy="44988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trust-safety-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057400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44368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Понять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термины, границы, контекст, ключевые роли и ограничения системы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108960" y="4096512"/>
            <a:ext cx="1444752" cy="0"/>
          </a:xfrm>
          <a:prstGeom prst="line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Спроектировать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85232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человека, данные, процесс, контуры контроля и сценарии применения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285232" y="4096512"/>
            <a:ext cx="1444752" cy="0"/>
          </a:xfrm>
          <a:prstGeom prst="line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F8EFE5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61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1504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риски, ограничения, верификацию и процедуру экспертной оценки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461504" y="4096512"/>
            <a:ext cx="1444752" cy="0"/>
          </a:xfrm>
          <a:prstGeom prst="line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73184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DF3EC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37776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3777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Защитить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37776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работа, аргументация, ответственность и институциональная применимость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637776" y="4096512"/>
            <a:ext cx="1444752" cy="0"/>
          </a:xfrm>
          <a:prstGeom prst="line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44368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работа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3200400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рамка по теме факультета: Доверие и проверка; структура, роли, риски и проверка.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815584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1616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6071616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риск-карта, human-in-the-loop, ограничения и защита решения.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8686800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86800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42832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Безопасная рамка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8942832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обещаний статуса, партнерств, аккредитации или гарантированного результата.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Проектная академическая рамка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доверия, безопасности и верификации</dc:title>
  <dc:subject>Факультет доверия, безопасности и верификации</dc:subject>
  <dc:creator>Академия стратегического управления ИИ и автономных систем</dc:creator>
  <cp:lastModifiedBy>Академия стратегического управления ИИ и автономных систем</cp:lastModifiedBy>
  <cp:revision>1</cp:revision>
  <dcterms:created xsi:type="dcterms:W3CDTF">2026-05-01T09:06:18Z</dcterms:created>
  <dcterms:modified xsi:type="dcterms:W3CDTF">2026-05-01T09:06:18Z</dcterms:modified>
</cp:coreProperties>
</file>